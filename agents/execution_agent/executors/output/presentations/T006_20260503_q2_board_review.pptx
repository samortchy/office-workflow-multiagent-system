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headline number, then pivot to growth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ops efficiency gain vs Q1.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a forward-looking note;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Financial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revenue: 12.4M EGP</a:t>
            </a:r>
          </a:p>
          <a:p>
            <a:pPr/>
            <a:r>
              <a:t>Quarter-on-quarter growth: +8%</a:t>
            </a:r>
          </a:p>
          <a:p>
            <a:pPr/>
            <a:r>
              <a:t>Budget variance: -2%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Expense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Salaries &amp; benefits: 65%</a:t>
            </a:r>
          </a:p>
          <a:p>
            <a:pPr/>
            <a:r>
              <a:t>Operations &amp; logistics: 20%</a:t>
            </a:r>
          </a:p>
          <a:p>
            <a:pPr/>
            <a:r>
              <a:t>Miscellaneous: 15%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Outlook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target: 13.5M EGP (+9%)</a:t>
            </a:r>
          </a:p>
          <a:p>
            <a:pPr/>
            <a:r>
              <a:t>Cost reduction programme underway</a:t>
            </a:r>
          </a:p>
          <a:p>
            <a:pPr/>
            <a:r>
              <a:t>Two new client contracts in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